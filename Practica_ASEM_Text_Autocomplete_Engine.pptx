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5EA1B-A99D-9FF7-2769-8470F6AB9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A97A15-B5B3-6C4C-FC0F-DBB04D6AA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8D48E8-D0A7-A719-674B-432489B6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0C381-0271-CE08-D581-5B7EEDCD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231ACE-FAD4-C4C7-0227-1CE589CE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43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755C1-5BE0-5205-0606-0B040670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B60AC-FA13-5E4B-84C7-DA43DD95B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ED383-776D-6739-BFD5-D4FF9B4A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A7D438-8101-0AE1-1951-9AA07ED4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0B039-7A18-9D04-72BC-16367A84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51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AB800-8B5E-F9CE-2C7C-ABCF9524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B1EE5-EB99-4453-84CB-9049839E5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0FB33E-8083-9653-3A3F-07D7F641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E07CD4-F362-B318-EB0E-24F13DB0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B7EDC-0D32-137F-A631-FBF340C2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3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65DF0-E4F0-1358-7B3E-D40B5DBC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F72CD7-8EA3-639A-DA93-C6CF54BE2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93FEF1-1F0A-0B3A-8D17-98ECBB3F7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D1AC84-CE81-6949-FBFB-0E1B6026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EE4B19-6447-893B-8228-CAEE7890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19BF9-D561-FED6-A851-0C28EE3E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74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EE4ED-4039-B5C5-7F09-0CCCC880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02B4C8-67B8-D48A-D177-6073A4E1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B95DA9-6CEA-FBB9-EDD5-C90C197BB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33B572-1D31-542F-F60F-D969CDA97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3C995B0-2631-617D-F127-67F6E4F00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8E0755-7123-6A03-A319-70A63858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C0B1384-3814-5519-1ACB-08765CAA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CDDFFF-4705-83E5-9CCC-7138478A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04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A1F4B-229A-B5D8-6A92-FE7ADB7C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7987FA-03BD-2C15-109D-304A5ABD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5CB460-BF91-270A-D9DE-E93C9184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5C9115-FC56-9029-0FDD-9B7BD2B9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1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04CAF2-694D-D111-9F4B-0B3F9CB8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83A9A1-6606-62CB-A6F5-510CF16E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62F6DC-5692-CF8D-7933-EF80A7CB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2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F9827-1424-0280-EE7E-44D1B350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9BAB7-9856-B214-2CEE-FFB76D274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641463-B2BD-6323-9C07-EC6573041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003BA4-471F-A315-943C-E2F4754A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41ED52-D513-0139-53C1-C0A19118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293544-565E-CFB6-C777-DAE45C63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509D2-5B2C-08EA-6B4D-0C6CE1D7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DF268E-50C2-0DDD-A2CF-17AB707FF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8E4DCF-232D-9F2A-D54C-B968F8A87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2211AD-6E45-A5D4-A8C8-61413611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B73003-C1C0-F8CB-3618-778E9EC3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2CA7A-5A15-5711-6E0E-E226A280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72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4DACC-29E4-F1F3-92EC-A92FBB86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1687BC-13B5-F147-9C71-AFA5A5C46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8E227-436B-389E-6767-CF8428EE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781DCC-A94F-7863-9ED3-95288263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C11A8B-7FD7-A52C-432B-37A9D027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69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367472-1705-1945-B4C5-1386B6C76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A5D3DA-C295-0078-2A49-0C088DC21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4F9276-06F0-77F4-EE02-85A3BD1B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A7A70-7AC6-79AD-71C0-9416552A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501C61-10A7-EC5D-2881-37FC047C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32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C3229-AAC6-3724-55DF-6EAF0008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742175-F172-7DA9-0B72-06AD42F80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772010-118D-1F9B-BE64-D48BC2184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6F30C-19D3-409D-83D8-DC732305171E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2063C2-2E8E-7BB5-3E67-5C224F58C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500F8D-B68D-F8FD-43D9-1AD99C042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0F13-96A9-48B0-B672-3DE32CEF35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7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9E868D-E5DD-332B-CF24-02312750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2" descr="Admiterea 2025 - Academia de Studii Economice a Moldove">
            <a:extLst>
              <a:ext uri="{FF2B5EF4-FFF2-40B4-BE49-F238E27FC236}">
                <a16:creationId xmlns:a16="http://schemas.microsoft.com/office/drawing/2014/main" id="{C769039F-D03C-E0AB-023E-BFCC2AB13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958" y="1091741"/>
            <a:ext cx="6718079" cy="17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83A98-9383-1D4D-8730-45BC4259C983}"/>
              </a:ext>
            </a:extLst>
          </p:cNvPr>
          <p:cNvSpPr txBox="1"/>
          <p:nvPr/>
        </p:nvSpPr>
        <p:spPr>
          <a:xfrm>
            <a:off x="3016623" y="422464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MD" sz="1800" dirty="0">
                <a:solidFill>
                  <a:schemeClr val="bg1"/>
                </a:solidFill>
              </a:rPr>
              <a:t>Ministerul Educației, Culturii și Cercetării al Republicii Moldovei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AFF37-5DB8-042C-E2AC-A25A7C41E749}"/>
              </a:ext>
            </a:extLst>
          </p:cNvPr>
          <p:cNvSpPr txBox="1"/>
          <p:nvPr/>
        </p:nvSpPr>
        <p:spPr>
          <a:xfrm>
            <a:off x="3633502" y="3167389"/>
            <a:ext cx="492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Text Autocomplete Engine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EDFC3-5345-4D2D-88BD-445E4FB6950A}"/>
              </a:ext>
            </a:extLst>
          </p:cNvPr>
          <p:cNvSpPr txBox="1"/>
          <p:nvPr/>
        </p:nvSpPr>
        <p:spPr>
          <a:xfrm>
            <a:off x="8650941" y="5616371"/>
            <a:ext cx="3254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Created by:</a:t>
            </a:r>
            <a:r>
              <a:rPr lang="ro-MD" dirty="0">
                <a:solidFill>
                  <a:schemeClr val="bg1"/>
                </a:solidFill>
              </a:rPr>
              <a:t> Sajin Vladimir</a:t>
            </a:r>
          </a:p>
          <a:p>
            <a:r>
              <a:rPr lang="ro-MD" dirty="0">
                <a:solidFill>
                  <a:schemeClr val="bg1"/>
                </a:solidFill>
              </a:rPr>
              <a:t>	    Stratan Constantin</a:t>
            </a:r>
          </a:p>
          <a:p>
            <a:r>
              <a:rPr lang="ro-MD" dirty="0">
                <a:solidFill>
                  <a:schemeClr val="bg1"/>
                </a:solidFill>
              </a:rPr>
              <a:t>Verificator: Metreniuc Alexandru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A03B9-BA6C-A48E-DDE7-F8DA122F6B19}"/>
              </a:ext>
            </a:extLst>
          </p:cNvPr>
          <p:cNvSpPr txBox="1"/>
          <p:nvPr/>
        </p:nvSpPr>
        <p:spPr>
          <a:xfrm>
            <a:off x="2986361" y="3958696"/>
            <a:ext cx="6219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Android Application using Trie Data Structure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1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8DDAF1-02DD-295E-3940-52B19C24F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9E40A5-F233-95C9-8E9A-DF5AE9A404C6}"/>
              </a:ext>
            </a:extLst>
          </p:cNvPr>
          <p:cNvSpPr txBox="1"/>
          <p:nvPr/>
        </p:nvSpPr>
        <p:spPr>
          <a:xfrm>
            <a:off x="3016624" y="15599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Project Idea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B2193-3BE3-8A99-CE9F-F699CF8D9F62}"/>
              </a:ext>
            </a:extLst>
          </p:cNvPr>
          <p:cNvSpPr txBox="1"/>
          <p:nvPr/>
        </p:nvSpPr>
        <p:spPr>
          <a:xfrm>
            <a:off x="800098" y="1110941"/>
            <a:ext cx="61587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o-MD" sz="2400" dirty="0">
                <a:solidFill>
                  <a:schemeClr val="bg1"/>
                </a:solidFill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Text Autocomplete Engine is an Android application developed in Kotlin that provides real-time text suggestions based on typed prefixes.</a:t>
            </a:r>
            <a:endParaRPr lang="ro-MD" sz="24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ro-MD" sz="2400" dirty="0">
                <a:solidFill>
                  <a:schemeClr val="bg1"/>
                </a:solidFill>
              </a:rPr>
              <a:t>	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20F07-305D-FCC5-8D90-3F0E63FDC3BC}"/>
              </a:ext>
            </a:extLst>
          </p:cNvPr>
          <p:cNvSpPr txBox="1"/>
          <p:nvPr/>
        </p:nvSpPr>
        <p:spPr>
          <a:xfrm>
            <a:off x="1062316" y="4530205"/>
            <a:ext cx="56343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The project demonstrates: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autocomplete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prefix searching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text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structure implementation in Android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347A8-3BE1-5BA8-75D3-131541FACB49}"/>
              </a:ext>
            </a:extLst>
          </p:cNvPr>
          <p:cNvSpPr txBox="1"/>
          <p:nvPr/>
        </p:nvSpPr>
        <p:spPr>
          <a:xfrm>
            <a:off x="4997823" y="2941073"/>
            <a:ext cx="5764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MD" sz="2400" dirty="0">
                <a:solidFill>
                  <a:schemeClr val="bg1"/>
                </a:solidFill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The application uses the </a:t>
            </a:r>
            <a:r>
              <a:rPr lang="en-US" sz="2400" b="1" dirty="0">
                <a:solidFill>
                  <a:schemeClr val="bg1"/>
                </a:solidFill>
              </a:rPr>
              <a:t>Trie Data Structure</a:t>
            </a:r>
            <a:r>
              <a:rPr lang="en-US" sz="2400" dirty="0">
                <a:solidFill>
                  <a:schemeClr val="bg1"/>
                </a:solidFill>
              </a:rPr>
              <a:t> to perform fast searches and efficient autocomplete operations.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2913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1287A5-8A75-C962-C89F-005386AA0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DEE77D-072D-FBE1-AA15-92C29B62FB06}"/>
              </a:ext>
            </a:extLst>
          </p:cNvPr>
          <p:cNvSpPr txBox="1"/>
          <p:nvPr/>
        </p:nvSpPr>
        <p:spPr>
          <a:xfrm>
            <a:off x="3016624" y="128209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Motivation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9B573-1225-35F9-94DF-C86C60D4F203}"/>
              </a:ext>
            </a:extLst>
          </p:cNvPr>
          <p:cNvSpPr txBox="1"/>
          <p:nvPr/>
        </p:nvSpPr>
        <p:spPr>
          <a:xfrm>
            <a:off x="1169895" y="1120676"/>
            <a:ext cx="61587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The project was created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improve programming skills in Kotlin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understand how autocomplete systems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 the Trie data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create a useful and interactive Android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F7DFD-0BBF-5295-64F3-45D8E875C21A}"/>
              </a:ext>
            </a:extLst>
          </p:cNvPr>
          <p:cNvSpPr txBox="1"/>
          <p:nvPr/>
        </p:nvSpPr>
        <p:spPr>
          <a:xfrm>
            <a:off x="4486836" y="3775136"/>
            <a:ext cx="61587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Autocomplete systems are 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search engines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keyboards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messaging 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browsers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AI assistants</a:t>
            </a:r>
          </a:p>
        </p:txBody>
      </p:sp>
    </p:spTree>
    <p:extLst>
      <p:ext uri="{BB962C8B-B14F-4D97-AF65-F5344CB8AC3E}">
        <p14:creationId xmlns:p14="http://schemas.microsoft.com/office/powerpoint/2010/main" val="295343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D7B21F-4046-7564-0F50-CE5C2F61E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1E25FD-5D6A-8026-45D8-912604D4B227}"/>
              </a:ext>
            </a:extLst>
          </p:cNvPr>
          <p:cNvSpPr txBox="1"/>
          <p:nvPr/>
        </p:nvSpPr>
        <p:spPr>
          <a:xfrm>
            <a:off x="3016624" y="138063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Technologies Used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939243-B9C7-4D50-BA47-25B505516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871" y="611450"/>
            <a:ext cx="477818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Kotlin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Studio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XML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Layouts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RecyclerView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Trie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Material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Design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6AB87F-C43F-9326-B31F-B4D75D08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17" y="1126394"/>
            <a:ext cx="1639635" cy="163963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E0D159-AEB7-EED2-8DC9-CC581B919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4506">
            <a:off x="9242044" y="1585181"/>
            <a:ext cx="2182904" cy="21829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918315-0E2A-8DE7-7408-E3346ED59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86813">
            <a:off x="847882" y="3842889"/>
            <a:ext cx="1825937" cy="18259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C19642-336D-721F-3009-6D8A3AE64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253">
            <a:off x="3146193" y="4501290"/>
            <a:ext cx="1901326" cy="190132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E99699-49CD-FAA8-311B-E4E1EFBFE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20542">
            <a:off x="5681385" y="3550627"/>
            <a:ext cx="1901326" cy="19013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507B68-2304-2374-2FFA-6728D6BE0E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375965">
            <a:off x="8211021" y="4305797"/>
            <a:ext cx="2292314" cy="22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0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8FFB75-F461-3A7E-C985-D5C02AD39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F5F82-B4D3-E401-39D7-2EF146A7F03B}"/>
              </a:ext>
            </a:extLst>
          </p:cNvPr>
          <p:cNvSpPr txBox="1"/>
          <p:nvPr/>
        </p:nvSpPr>
        <p:spPr>
          <a:xfrm>
            <a:off x="3016624" y="17392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Trie?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8A967-C8E7-BFF4-CD30-9BC6B6C3D835}"/>
              </a:ext>
            </a:extLst>
          </p:cNvPr>
          <p:cNvSpPr txBox="1"/>
          <p:nvPr/>
        </p:nvSpPr>
        <p:spPr>
          <a:xfrm>
            <a:off x="3359523" y="930638"/>
            <a:ext cx="54729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A Trie is a special tree-like data structure used for: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fast word searching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prefix matching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autocomplete systems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057CC5-E699-F56E-454B-F39D61A7B371}"/>
              </a:ext>
            </a:extLst>
          </p:cNvPr>
          <p:cNvSpPr/>
          <p:nvPr/>
        </p:nvSpPr>
        <p:spPr>
          <a:xfrm>
            <a:off x="6060140" y="3182471"/>
            <a:ext cx="71717" cy="3303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021A9-DA49-88F0-376B-951A3646A1DD}"/>
              </a:ext>
            </a:extLst>
          </p:cNvPr>
          <p:cNvSpPr txBox="1"/>
          <p:nvPr/>
        </p:nvSpPr>
        <p:spPr>
          <a:xfrm>
            <a:off x="702484" y="3550495"/>
            <a:ext cx="46551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very fast search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efficient prefix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optimized for dictionaries and text suggestions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34B2C-D24E-B138-D725-E263832FC40B}"/>
              </a:ext>
            </a:extLst>
          </p:cNvPr>
          <p:cNvSpPr txBox="1"/>
          <p:nvPr/>
        </p:nvSpPr>
        <p:spPr>
          <a:xfrm>
            <a:off x="6834341" y="3619038"/>
            <a:ext cx="40239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typing “ho”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results: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home screen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host name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html parser</a:t>
            </a:r>
          </a:p>
        </p:txBody>
      </p:sp>
    </p:spTree>
    <p:extLst>
      <p:ext uri="{BB962C8B-B14F-4D97-AF65-F5344CB8AC3E}">
        <p14:creationId xmlns:p14="http://schemas.microsoft.com/office/powerpoint/2010/main" val="384520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54A7A9-B44B-E326-ECC6-05BC08D39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B67094-C2AB-C369-7AB8-AB441FB0E601}"/>
              </a:ext>
            </a:extLst>
          </p:cNvPr>
          <p:cNvSpPr txBox="1"/>
          <p:nvPr/>
        </p:nvSpPr>
        <p:spPr>
          <a:xfrm>
            <a:off x="3016624" y="398755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Main Features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B634F-0330-33A3-7E33-EBE179F7B0A7}"/>
              </a:ext>
            </a:extLst>
          </p:cNvPr>
          <p:cNvSpPr txBox="1"/>
          <p:nvPr/>
        </p:nvSpPr>
        <p:spPr>
          <a:xfrm>
            <a:off x="3185832" y="1443841"/>
            <a:ext cx="58203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Real-time autocomplete suggestions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Prefix-based searching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Frequency-based sorting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Add new words or phrases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Delete dictionary entries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Exact word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Save dictionary to 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Load dictionary from 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Clean and modern UI </a:t>
            </a:r>
          </a:p>
        </p:txBody>
      </p:sp>
    </p:spTree>
    <p:extLst>
      <p:ext uri="{BB962C8B-B14F-4D97-AF65-F5344CB8AC3E}">
        <p14:creationId xmlns:p14="http://schemas.microsoft.com/office/powerpoint/2010/main" val="33550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4B7865-E45C-6313-DCD6-ED8752B88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62B0D2-9E83-86F7-D8CD-BA4C56D72D42}"/>
              </a:ext>
            </a:extLst>
          </p:cNvPr>
          <p:cNvSpPr txBox="1"/>
          <p:nvPr/>
        </p:nvSpPr>
        <p:spPr>
          <a:xfrm>
            <a:off x="3016624" y="344251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Application Overview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7EDA3-0516-A28B-C9BB-5FC7D8B465DD}"/>
              </a:ext>
            </a:extLst>
          </p:cNvPr>
          <p:cNvSpPr txBox="1"/>
          <p:nvPr/>
        </p:nvSpPr>
        <p:spPr>
          <a:xfrm>
            <a:off x="856130" y="1334833"/>
            <a:ext cx="61587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The application contains several sections: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Project Statistics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Displays: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total entries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total popularity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top keyword 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Autocomplete Demo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Shows live suggestions while typing.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Dictionary Operations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Allows adding, searching, and deleting entries.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Current Dictionary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Displays all stored phrases and words.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3B4E04-D56E-CBED-2E2D-EDDE06BC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61" t="11890" r="8741" b="11746"/>
          <a:stretch>
            <a:fillRect/>
          </a:stretch>
        </p:blipFill>
        <p:spPr>
          <a:xfrm>
            <a:off x="8166846" y="2021541"/>
            <a:ext cx="3000516" cy="2814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5958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FDE54C-A658-B800-FF25-3B634A121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6B5341-C645-7CD0-E195-C009DBD0BEED}"/>
              </a:ext>
            </a:extLst>
          </p:cNvPr>
          <p:cNvSpPr txBox="1"/>
          <p:nvPr/>
        </p:nvSpPr>
        <p:spPr>
          <a:xfrm>
            <a:off x="3001371" y="285378"/>
            <a:ext cx="6189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Autocomplete Demo</a:t>
            </a:r>
            <a:r>
              <a:rPr lang="ro-MD" sz="3600" dirty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97161-0DDE-EAAD-D205-A818A115B031}"/>
              </a:ext>
            </a:extLst>
          </p:cNvPr>
          <p:cNvSpPr txBox="1"/>
          <p:nvPr/>
        </p:nvSpPr>
        <p:spPr>
          <a:xfrm>
            <a:off x="883024" y="1282023"/>
            <a:ext cx="61587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When the user types a prefix: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application searches the Trie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matching words are found instantly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results are sorted by popularity frequency Example: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Typing:</a:t>
            </a:r>
          </a:p>
          <a:p>
            <a:pPr rt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</a:rPr>
              <a:t>‘h’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Suggestions: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hidden menu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home screen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host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html parser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http client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B73A3D-60FB-FBF9-BAE7-3CE86AD3C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3" b="21280"/>
          <a:stretch>
            <a:fillRect/>
          </a:stretch>
        </p:blipFill>
        <p:spPr>
          <a:xfrm>
            <a:off x="6847134" y="1143432"/>
            <a:ext cx="2280829" cy="3713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62B7FF0-0F65-B145-BE14-60AAC7E28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0" b="28743"/>
          <a:stretch>
            <a:fillRect/>
          </a:stretch>
        </p:blipFill>
        <p:spPr>
          <a:xfrm>
            <a:off x="9490231" y="3231778"/>
            <a:ext cx="2280829" cy="32945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3078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DF4EA1-34A3-F9F8-8967-903497D8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FB1641-4138-7122-8A65-DAD6DA1F8B2B}"/>
              </a:ext>
            </a:extLst>
          </p:cNvPr>
          <p:cNvSpPr txBox="1"/>
          <p:nvPr/>
        </p:nvSpPr>
        <p:spPr>
          <a:xfrm>
            <a:off x="3016624" y="263569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Dictionary Operations: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A268A-2DCD-986B-1CFD-44D974766DA7}"/>
              </a:ext>
            </a:extLst>
          </p:cNvPr>
          <p:cNvSpPr txBox="1"/>
          <p:nvPr/>
        </p:nvSpPr>
        <p:spPr>
          <a:xfrm>
            <a:off x="811307" y="1905506"/>
            <a:ext cx="61587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The application allows users to: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Add or Update Entry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Insert new words and phrases with frequency values.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Search Exact Word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Find exact matches inside the dictionary.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Remove Entry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Delete words or phrases from the Trie structure.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5B6584-B58F-54E3-9DF7-3DD8D9B8D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3" b="33533"/>
          <a:stretch>
            <a:fillRect/>
          </a:stretch>
        </p:blipFill>
        <p:spPr>
          <a:xfrm>
            <a:off x="7374093" y="1293282"/>
            <a:ext cx="3602566" cy="48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4C6C42-B261-C412-23B5-9FA71FA54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EBF855-B020-C030-B6F1-D3569E14D5BB}"/>
              </a:ext>
            </a:extLst>
          </p:cNvPr>
          <p:cNvSpPr txBox="1"/>
          <p:nvPr/>
        </p:nvSpPr>
        <p:spPr>
          <a:xfrm>
            <a:off x="3049138" y="506477"/>
            <a:ext cx="609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File Operations: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7078D-843B-7260-F724-F07F9AF0A6B8}"/>
              </a:ext>
            </a:extLst>
          </p:cNvPr>
          <p:cNvSpPr txBox="1"/>
          <p:nvPr/>
        </p:nvSpPr>
        <p:spPr>
          <a:xfrm>
            <a:off x="2615453" y="1659285"/>
            <a:ext cx="696109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File Operations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The application supports: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loading data from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saving dictionary data to files </a:t>
            </a:r>
          </a:p>
          <a:p>
            <a:pPr algn="ctr">
              <a:buNone/>
            </a:pPr>
            <a:r>
              <a:rPr lang="en-US" sz="2800" dirty="0">
                <a:solidFill>
                  <a:schemeClr val="bg1"/>
                </a:solidFill>
              </a:rPr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persistent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reusable dictionaries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easier testing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47030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E813F3-3A30-87BB-F5FA-47722FA34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2FE063-A4A2-BFBA-CDA6-ADF8BB872A2B}"/>
              </a:ext>
            </a:extLst>
          </p:cNvPr>
          <p:cNvSpPr txBox="1"/>
          <p:nvPr/>
        </p:nvSpPr>
        <p:spPr>
          <a:xfrm>
            <a:off x="3016624" y="614199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Challenges: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CBE04-2F05-3498-8A44-CF56A54CD1D4}"/>
              </a:ext>
            </a:extLst>
          </p:cNvPr>
          <p:cNvSpPr txBox="1"/>
          <p:nvPr/>
        </p:nvSpPr>
        <p:spPr>
          <a:xfrm>
            <a:off x="3016624" y="1874728"/>
            <a:ext cx="615875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Challenges Faced</a:t>
            </a:r>
          </a:p>
          <a:p>
            <a:pPr algn="ctr">
              <a:buNone/>
            </a:pPr>
            <a:r>
              <a:rPr lang="en-US" sz="2800" dirty="0">
                <a:solidFill>
                  <a:schemeClr val="bg1"/>
                </a:solidFill>
              </a:rPr>
              <a:t>During development: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implementing Trie correctly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optimizing search speed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updating suggestions in real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managing </a:t>
            </a:r>
            <a:r>
              <a:rPr lang="en-US" sz="2800" dirty="0" err="1">
                <a:solidFill>
                  <a:schemeClr val="bg1"/>
                </a:solidFill>
              </a:rPr>
              <a:t>RecyclerView</a:t>
            </a:r>
            <a:r>
              <a:rPr lang="en-US" sz="2800" dirty="0">
                <a:solidFill>
                  <a:schemeClr val="bg1"/>
                </a:solidFill>
              </a:rPr>
              <a:t>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handling large dictionaries</a:t>
            </a:r>
          </a:p>
        </p:txBody>
      </p:sp>
    </p:spTree>
    <p:extLst>
      <p:ext uri="{BB962C8B-B14F-4D97-AF65-F5344CB8AC3E}">
        <p14:creationId xmlns:p14="http://schemas.microsoft.com/office/powerpoint/2010/main" val="155832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54FD72-B5AD-09FB-2D13-D0B8A741E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4EFD14-2948-A2DD-82AF-EEEC2A72DF72}"/>
              </a:ext>
            </a:extLst>
          </p:cNvPr>
          <p:cNvSpPr txBox="1"/>
          <p:nvPr/>
        </p:nvSpPr>
        <p:spPr>
          <a:xfrm>
            <a:off x="3016624" y="47872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Conclusion: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B8E94-45D2-582E-BF74-0AB8616ECC8A}"/>
              </a:ext>
            </a:extLst>
          </p:cNvPr>
          <p:cNvSpPr txBox="1"/>
          <p:nvPr/>
        </p:nvSpPr>
        <p:spPr>
          <a:xfrm>
            <a:off x="2274794" y="1603775"/>
            <a:ext cx="764241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chemeClr val="bg1"/>
                </a:solidFill>
              </a:rPr>
              <a:t>Text Autocomplete Engine demonstrates: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efficient text searching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real-time autocomplete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practical use of Trie data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Android development with Kotlin 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The project combines: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algorithms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UI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mobile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4028228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F4CA0A-1A3B-6917-22B3-F0FDBA00C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D2BD9-7A74-76E2-1573-2743C049EB20}"/>
              </a:ext>
            </a:extLst>
          </p:cNvPr>
          <p:cNvSpPr txBox="1"/>
          <p:nvPr/>
        </p:nvSpPr>
        <p:spPr>
          <a:xfrm>
            <a:off x="3016624" y="614199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Future Improvements: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6F81D-B75C-56EA-F257-5041C261D217}"/>
              </a:ext>
            </a:extLst>
          </p:cNvPr>
          <p:cNvSpPr txBox="1"/>
          <p:nvPr/>
        </p:nvSpPr>
        <p:spPr>
          <a:xfrm>
            <a:off x="3016624" y="1874728"/>
            <a:ext cx="615875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chemeClr val="bg1"/>
                </a:solidFill>
              </a:rPr>
              <a:t>Possible future upgrades: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AI-based suggestions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typo correction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voice input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cloud synchronization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multilingual dictionaries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user learning behavior</a:t>
            </a:r>
          </a:p>
        </p:txBody>
      </p:sp>
    </p:spTree>
    <p:extLst>
      <p:ext uri="{BB962C8B-B14F-4D97-AF65-F5344CB8AC3E}">
        <p14:creationId xmlns:p14="http://schemas.microsoft.com/office/powerpoint/2010/main" val="371794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B5AC6D-90AC-D5BA-B41A-C01FA2DD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15D12E-011A-D2AC-A9C8-7D80DCE9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FE016-D9ED-32A8-DDE8-91E9BD0AD5AE}"/>
              </a:ext>
            </a:extLst>
          </p:cNvPr>
          <p:cNvSpPr txBox="1"/>
          <p:nvPr/>
        </p:nvSpPr>
        <p:spPr>
          <a:xfrm>
            <a:off x="3016624" y="2705725"/>
            <a:ext cx="61587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</a:rPr>
              <a:t>Thank You!</a:t>
            </a:r>
            <a:endParaRPr lang="ru-RU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8033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478</Words>
  <Application>Microsoft Office PowerPoint</Application>
  <PresentationFormat>Широкоэкранный</PresentationFormat>
  <Paragraphs>132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Vova Sajin</dc:creator>
  <cp:lastModifiedBy>Vova Sajin</cp:lastModifiedBy>
  <cp:revision>1</cp:revision>
  <dcterms:created xsi:type="dcterms:W3CDTF">2026-05-20T20:29:21Z</dcterms:created>
  <dcterms:modified xsi:type="dcterms:W3CDTF">2026-05-20T21:17:13Z</dcterms:modified>
</cp:coreProperties>
</file>